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61" r:id="rId5"/>
    <p:sldId id="271" r:id="rId6"/>
    <p:sldId id="276" r:id="rId7"/>
    <p:sldId id="277" r:id="rId8"/>
    <p:sldId id="278" r:id="rId9"/>
    <p:sldId id="281" r:id="rId10"/>
    <p:sldId id="283" r:id="rId11"/>
    <p:sldId id="308" r:id="rId12"/>
    <p:sldId id="309" r:id="rId13"/>
    <p:sldId id="315" r:id="rId14"/>
    <p:sldId id="316" r:id="rId15"/>
    <p:sldId id="317" r:id="rId16"/>
    <p:sldId id="318" r:id="rId17"/>
    <p:sldId id="320" r:id="rId18"/>
    <p:sldId id="310" r:id="rId19"/>
    <p:sldId id="311" r:id="rId20"/>
    <p:sldId id="313" r:id="rId21"/>
    <p:sldId id="312" r:id="rId22"/>
    <p:sldId id="319" r:id="rId23"/>
    <p:sldId id="30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676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32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/>
            <a:r>
              <a:rPr lang="en-US" sz="40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Gujarat Technological University</a:t>
            </a:r>
          </a:p>
          <a:p>
            <a:pPr lvl="0" algn="ctr"/>
            <a:endParaRPr lang="en-US" sz="3200"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spcAft>
                <a:spcPts val="600"/>
              </a:spcAft>
            </a:pPr>
            <a:r>
              <a:rPr lang="en-US" sz="32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NEW L. J. INSTITUTE OF ENGINEERING AND TECHNOLOGY</a:t>
            </a:r>
            <a:endParaRPr lang="en-IN" sz="3200" dirty="0">
              <a:effectLst/>
              <a:latin typeface="Times New Roman" panose="02020603050405020304" pitchFamily="18" charset="0"/>
              <a:ea typeface="Batang" panose="020B0503020000020004" pitchFamily="18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7920" y="3706372"/>
            <a:ext cx="9938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M R 17"/>
              </a:rPr>
              <a:t>GYM Finder &amp; Recommender</a:t>
            </a:r>
            <a:endParaRPr lang="en-IN" sz="3600" dirty="0">
              <a:solidFill>
                <a:srgbClr val="002060"/>
              </a:solidFill>
              <a:effectLst/>
              <a:latin typeface="CM R 17"/>
              <a:ea typeface="Times New Roman" panose="02020603050405020304" pitchFamily="18" charset="0"/>
              <a:cs typeface="CM R 1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011" y="4993559"/>
            <a:ext cx="38250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HOD NAME: Dr Gayatri </a:t>
            </a:r>
            <a:r>
              <a:rPr lang="en-IN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Pandi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IT, NEW LJIET.</a:t>
            </a:r>
          </a:p>
        </p:txBody>
      </p:sp>
      <p:sp>
        <p:nvSpPr>
          <p:cNvPr id="2" name="Rectangle 1"/>
          <p:cNvSpPr/>
          <p:nvPr/>
        </p:nvSpPr>
        <p:spPr>
          <a:xfrm>
            <a:off x="2" y="6424720"/>
            <a:ext cx="121919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Batang"/>
              </a:rPr>
              <a:t>SEMESTER: 8</a:t>
            </a:r>
            <a:r>
              <a:rPr lang="en-US" b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Batang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Batang"/>
              </a:rPr>
              <a:t>                                                                    					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" y="2274369"/>
            <a:ext cx="12191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23" y="2813769"/>
            <a:ext cx="121919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</a:t>
            </a:r>
            <a:r>
              <a:rPr lang="en-IN" sz="2000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(2024-25)</a:t>
            </a:r>
            <a:endParaRPr lang="en-IN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011" y="3225309"/>
            <a:ext cx="12192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 (3181601)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21485" y="4945923"/>
            <a:ext cx="394063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BY,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AASHISH HARIPARA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211430116040</a:t>
            </a:r>
          </a:p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7254" y="4978170"/>
            <a:ext cx="382502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PROF. DIVYANG MAKWANA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4" b="11188"/>
          <a:stretch>
            <a:fillRect/>
          </a:stretch>
        </p:blipFill>
        <p:spPr bwMode="auto">
          <a:xfrm>
            <a:off x="10168068" y="88620"/>
            <a:ext cx="18161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25" y="5926"/>
            <a:ext cx="1704189" cy="1721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4431" y="745134"/>
            <a:ext cx="10047310" cy="56271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4435" y="1830705"/>
            <a:ext cx="10047605" cy="4281805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ABSTRACT 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PROBLEMS IN EXISTING SYSTEM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PURPOSE OF THE PROJECT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FUNCTION REQUIREMENTS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MODULES 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 REQUIREMENTS 	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FRONT END AND BACK END OF SYSTEM 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DICTIONARY 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SNAPSHOT OF WEBSITE</a:t>
            </a: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ENHANCEMENT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11231"/>
            <a:ext cx="10031505" cy="562712"/>
          </a:xfrm>
        </p:spPr>
        <p:txBody>
          <a:bodyPr>
            <a:noAutofit/>
          </a:bodyPr>
          <a:lstStyle/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7794"/>
            <a:ext cx="10031505" cy="451300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Gym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gym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by providing personalized recommendations based on user preferences, location, budget, and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amenities.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 collects and analyzes data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gyms within a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recommendations.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Built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 MERN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EJS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standards,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it integrates OAuth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JWT authentication for security.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users’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location-based search, real-time data updates, and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0237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PROBLEMS IN EXISTING SYSTEM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0237" y="1863595"/>
            <a:ext cx="9977717" cy="4370295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 Personalization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Most current systems cannot provide personalized recommendations based on a person’s interests,</a:t>
            </a:r>
            <a:endParaRPr lang="en-US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Outdated or 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ncomplete information: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Gym information like prices, equipment, trainers, and membership benefits are often outdated or incomplete, making it difficult for users to make informed decisions.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 flexibility or trial options: </a:t>
            </a: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 gym systems often lack flexibility when it comes to         fitness classes or testing gym facilities. 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are often forced to pay a monthly fees for no option of a good fit for their needs. </a:t>
            </a:r>
            <a:r>
              <a:rPr lang="en-US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 a lack of trial classes or safety measures limits user ability to try out gym services before making a long-term commitment.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83341" y="624110"/>
            <a:ext cx="10192871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PURPOSE OF THE PROJECT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90917" y="1925531"/>
            <a:ext cx="9977718" cy="39738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aim of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gym search and recommendations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to provide users with effective and personalized solutions to find gyms based on their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specific needs, location and budget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system aims to simplify the gym selection process by providing recommendations and detailed information about gyms in a specific area.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program aims to improve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 experience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promote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healthy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living through better access to exercise by integrating features such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adaptive changes, real-time data updates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personalized recommendations.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 also aims to empower gym owners by providing them with </a:t>
            </a:r>
            <a:r>
              <a:rPr lang="en-US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digital platform 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reach a wider audience and expand their membership base.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0237" y="624110"/>
            <a:ext cx="9950823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FUNCTION </a:t>
            </a:r>
            <a:r>
              <a:rPr lang="en-IN" sz="2800" b="1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0236" y="1909481"/>
            <a:ext cx="9950823" cy="424927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User Authentication &amp; Authorization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Role based access for gym admin trainer or users.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Locatio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Based Gym finder functionality: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easily get the perfect gym that fulfills your location requirements.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Gym recommendation based on interest: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 can find gym based on time, budget, gym-instruments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trainer facilities etc.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Easy n-days booking features: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Unlike traditional gyms with rigid monthly memberships, our system offers a flexible 10-day booking option, allowing users to try out different gyms without committing to long-term contracts or monthly charges.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 payment integration: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You can easily pay the membership fees with card, Online or net banking etc.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SYSTEM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7" cy="443481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Profile Management Module: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login/signup using email and password. Profile creation with fitness preferences and goals.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Gym Search &amp; Filtering Module: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gyms by location, budget, and available facilities. Filter options for gym type, trainers, and workout schedules.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&amp; Subscription Module: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gym booking for short-term(1-Week) or monthly plans. Option to cancel or modify bookings easily.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Rating Module: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rate gyms and write reviews. Display average ratings and feedback to help new users.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&amp; Updates Module: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get alerts on gym offers, new facilities, and schedule changes. Reminders for booked sessions or upcoming gym renewals.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SYSTEM REQUIREMENTS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gyms based on location and preferences. Provide personalized gym recommendations. Allow short-term (10-day) bookings, not just monthly subscriptions. Gym owners can manage their gym profiles and pricing. Notify users about gym availability, offers, and renewals. Implement a review and rating system for gyms.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 </a:t>
            </a:r>
          </a:p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Search results should load within 3-5 seconds.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Scalability: Handle growing users and gym listings. 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Secure storage of user data and payment details. 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 24/7 accessibility with minimal downtime.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96789" y="624110"/>
            <a:ext cx="9977717" cy="56271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FRONT END AND BACK END OF SYSTEM 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96788" y="1885300"/>
            <a:ext cx="9977718" cy="443481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Technologies: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EJS for dynamic HTML templating, HTML, CSS, JavaScript for structure, styling.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with Express.js for server-side development, MongoDB for NoSQL database management, JWT for secure user authentication and authorization.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 &amp; Services: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 for location-based gym search,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email notifications, Payment Gateways (Stripe) for secure transactions.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Deployment: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Git/GitHub for version control, VS Code for code development, AWS for deployment and hosting, Postman for API testing.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843280"/>
          </a:xfrm>
        </p:spPr>
        <p:txBody>
          <a:bodyPr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DATA DICTIONARY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117600" y="1798320"/>
          <a:ext cx="10038080" cy="451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7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User Collection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Data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each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name of the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User's email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(Hashed)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Encrypted password for user authentication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user role (User, Trainer, Admin)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of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User's fitness preferences like Yoga, Cardio,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 creation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profile update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780415"/>
          </a:xfrm>
        </p:spPr>
        <p:txBody>
          <a:bodyPr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DATA DICTIONARY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413336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1346466"/>
              </p:ext>
            </p:extLst>
          </p:nvPr>
        </p:nvGraphicFramePr>
        <p:xfrm>
          <a:off x="1097280" y="1845310"/>
          <a:ext cx="10058400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Gym Collection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Data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each gym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name of the gym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or locality of the gym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number for inquiries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rating of the gym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when the gym was added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updatedAt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update of gym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844550"/>
          </a:xfrm>
        </p:spPr>
        <p:txBody>
          <a:bodyPr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DATA DICTIONARY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097280" y="1845945"/>
          <a:ext cx="10058400" cy="434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Collection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Data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each booking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the user who made the booking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to the gym being booked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Date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of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duration (1 week, 1 month,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String</a:t>
                      </a:r>
                      <a:endParaRPr lang="en-US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 of payment (Paid, Pending, Failed)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932180"/>
          </a:xfrm>
        </p:spPr>
        <p:txBody>
          <a:bodyPr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DATA DICTIONARY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097280" y="1845945"/>
          <a:ext cx="10058400" cy="394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565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 Collection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Data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each gym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of the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90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digit unique one time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925830"/>
          </a:xfrm>
        </p:spPr>
        <p:txBody>
          <a:bodyPr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DATA DICTIONARY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097280" y="1768475"/>
          <a:ext cx="10058400" cy="441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835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Collection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Data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each session.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Expiration date and time of the session.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 session data as an object.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session.cookie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Contains cookie-related information of the session.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1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session.accessToken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(JWT)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token provided after successful login.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75666"/>
          </a:xfrm>
        </p:spPr>
        <p:txBody>
          <a:bodyPr/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SNAPSHOT OF WEBSITE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6FF9CE-CE7E-6F7B-1C79-C9B3F26B8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2248677"/>
            <a:ext cx="4879910" cy="38768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C6B493-0C69-F47E-EDC3-3076198F7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808" y="2248677"/>
            <a:ext cx="5141168" cy="393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75666"/>
          </a:xfrm>
        </p:spPr>
        <p:txBody>
          <a:bodyPr/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SNAPSHOT OF WEBSITE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91" y="2405548"/>
            <a:ext cx="9844417" cy="3639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75666"/>
          </a:xfrm>
        </p:spPr>
        <p:txBody>
          <a:bodyPr/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SNAPSHOT OF WEBSITE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 Details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24F11B-E211-C20F-F9E9-0435D08FB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531" y="1845734"/>
            <a:ext cx="8780106" cy="43006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75666"/>
          </a:xfrm>
        </p:spPr>
        <p:txBody>
          <a:bodyPr/>
          <a:lstStyle/>
          <a:p>
            <a:pPr algn="ctr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SNAPSHOT OF WEBSITE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Gym Booking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BB15E-5939-4C1E-B15B-CC9707C4C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962" y="1845733"/>
            <a:ext cx="5635690" cy="40233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385"/>
            <a:ext cx="10058400" cy="907415"/>
          </a:xfrm>
        </p:spPr>
        <p:txBody>
          <a:bodyPr/>
          <a:lstStyle/>
          <a:p>
            <a:pPr algn="ctr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10. FUTURE ENHANCEMENT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7765" cy="443801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AI Recommendations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 AI suggests gyms based on user preferences, location, and fitness goals, improving over time.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 Insights into gym popularity, peak hours, and user satisfaction for better decision-making.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:AI forecasts trends to help gyms optimize schedules and offer dynamic pricing.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Mobile Accessibility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 Features like real-time occupancy, instant booking, and virtual tours enhance user experience.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 Integration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 Syncing with fitness trackers enables personalized workout recommendations.</a:t>
            </a:r>
          </a:p>
          <a:p>
            <a:pPr algn="just">
              <a:lnSpc>
                <a:spcPct val="100000"/>
              </a:lnSpc>
              <a:buFont typeface="Wingdings" panose="05000000000000000000" charset="0"/>
              <a:buChar char="Ø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 Membership Plans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:Flexible pricing models based on real-time gym utilization.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y thank you to someone at Companies House - GOV.U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680" y="2247495"/>
            <a:ext cx="5115672" cy="34104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0*267"/>
  <p:tag name="TABLE_ENDDRAG_RECT" val="88*126*790*26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348"/>
  <p:tag name="TABLE_ENDDRAG_RECT" val="86*145*792*34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230"/>
  <p:tag name="TABLE_ENDDRAG_RECT" val="86*145*792*2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310"/>
  <p:tag name="TABLE_ENDDRAG_RECT" val="86*145*792*31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2*346"/>
  <p:tag name="TABLE_ENDDRAG_RECT" val="86*139*792*346"/>
</p:tagLst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/>
</ds:datastoreItem>
</file>

<file path=customXml/itemProps2.xml><?xml version="1.0" encoding="utf-8"?>
<ds:datastoreItem xmlns:ds="http://schemas.openxmlformats.org/officeDocument/2006/customXml" ds:itemID="{561E720F-F05D-4536-9C34-0CFCED65D3B7}">
  <ds:schemaRefs/>
</ds:datastoreItem>
</file>

<file path=customXml/itemProps3.xml><?xml version="1.0" encoding="utf-8"?>
<ds:datastoreItem xmlns:ds="http://schemas.openxmlformats.org/officeDocument/2006/customXml" ds:itemID="{28C8B9CA-0273-4370-889A-FC05DA5C2FA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1331</Words>
  <Application>Microsoft Office PowerPoint</Application>
  <PresentationFormat>Widescreen</PresentationFormat>
  <Paragraphs>195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CM R 17</vt:lpstr>
      <vt:lpstr>Euphemia</vt:lpstr>
      <vt:lpstr>Times New Roman</vt:lpstr>
      <vt:lpstr>Wingdings</vt:lpstr>
      <vt:lpstr>Retrospect</vt:lpstr>
      <vt:lpstr>PowerPoint Presentation</vt:lpstr>
      <vt:lpstr>Outline</vt:lpstr>
      <vt:lpstr>ABSTRACT </vt:lpstr>
      <vt:lpstr>2. PROBLEMS IN EXISTING SYSTEM</vt:lpstr>
      <vt:lpstr>3. PURPOSE OF THE PROJECT</vt:lpstr>
      <vt:lpstr>4. FUNCTION REQUIREMENTS</vt:lpstr>
      <vt:lpstr>5. SYSTEM MODULES </vt:lpstr>
      <vt:lpstr>6. SYSTEM REQUIREMENTS</vt:lpstr>
      <vt:lpstr>7. FRONT END AND BACK END OF SYSTEM </vt:lpstr>
      <vt:lpstr>8. DATA DICTIONARY</vt:lpstr>
      <vt:lpstr>8. DATA DICTIONARY</vt:lpstr>
      <vt:lpstr>8. DATA DICTIONARY</vt:lpstr>
      <vt:lpstr>8. DATA DICTIONARY</vt:lpstr>
      <vt:lpstr>8. DATA DICTIONARY</vt:lpstr>
      <vt:lpstr>9. SNAPSHOT OF WEBSITE</vt:lpstr>
      <vt:lpstr>9. SNAPSHOT OF WEBSITE</vt:lpstr>
      <vt:lpstr>9. SNAPSHOT OF WEBSITE</vt:lpstr>
      <vt:lpstr>9. SNAPSHOT OF WEBSITE</vt:lpstr>
      <vt:lpstr>10. FUTURE ENHANCEMENT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Ashish Haripara</cp:lastModifiedBy>
  <cp:revision>92</cp:revision>
  <dcterms:created xsi:type="dcterms:W3CDTF">2021-06-09T16:25:00Z</dcterms:created>
  <dcterms:modified xsi:type="dcterms:W3CDTF">2025-04-16T09:30:07Z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ICV">
    <vt:lpwstr>98D6EBFCD2FE4FF2BE261E6D69AFD129_13</vt:lpwstr>
  </property>
  <property fmtid="{D5CDD505-2E9C-101B-9397-08002B2CF9AE}" pid="9" name="KSOProductBuildVer">
    <vt:lpwstr>1033-12.2.0.20782</vt:lpwstr>
  </property>
</Properties>
</file>